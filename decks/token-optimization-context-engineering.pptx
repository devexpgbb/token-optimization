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4292F"/>
                </a:solidFill>
                <a:latin typeface="Aptos Display"/>
              </a:defRPr>
            </a:pPr>
            <a:r>
              <a:t>Token Optimization and Context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6070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7606A"/>
                </a:solidFill>
                <a:latin typeface="Aptos"/>
              </a:defRPr>
            </a:pPr>
            <a:r>
              <a:t>Getting more value from every Copilot interaction</a:t>
            </a:r>
          </a:p>
          <a:p>
            <a:pPr>
              <a:defRPr sz="2400">
                <a:solidFill>
                  <a:srgbClr val="57606A"/>
                </a:solidFill>
                <a:latin typeface="Aptos"/>
              </a:defRPr>
            </a:pPr>
            <a:r>
              <a:t>Across Copilot CLI, VS Code, GitHub.com, coding agent, and code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Why this matters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Usage models are becoming more granular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Long conversations and broad tool output can affect cost, latency, and quality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The durable habit: send better context, not less useful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Context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Bring the right information, in the right format, to the model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Turn ad hoc prompting into repeatable workflows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instructions, prompts, skills, agents, retrieval, and human review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What counts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Product and system instructions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Repository, organization, path-specific, personal, and agent guidance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Conversation history, files, selections, issues, PRs, tool results, and retrieved 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Important billing nuance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Context resend is a useful mental model, not a universal invoice formula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Caching and product-specific accounting can change the exact math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Irrelevant context still increases cost, latency, and confusion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Where context gets wasted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Whole directories or large files when one function matters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Long-running mixed-topic sessions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Overgrown custom instructions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Raw logs, generated files, and vague agent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The five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Context hygiene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Prompt discipline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Model and surface selection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Scope and tool control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Lever 1 - Context hygiene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Start fresh when the task changes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Summarize before switching focus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Keep source-of-truth docs short and current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Avoid re-discovery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Lever 2 - Prompt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Markdown structure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State outcome, scope, constraints, and success criteria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Reference specific files, issues, PRs, or selections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Add validation gates before risky 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Lever 3 - Model and surface selection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Choose the cheapest model or surface that can reliably finish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VS Code Plan for design and Agent for implementation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CLI for visible context/tool control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code review when the unit of work is a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Lever 4 - Scope and tool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Keep workspace, repository, and tool scope tight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targeted instructions instead of one giant instruction file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Enable MCP tools only when needed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human approval for high-risk tool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Lever 5 -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Measure tokens where exposed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Measure requests, reviews, and billing where tokens are hidden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Measure quality with retries, false positives, PR churn, and rework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Optimize after a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Surface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CLI: most visible token/context controls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VS Code: Ask, Plan, Agent, prompts, instructions, review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GitHub.com: repo, issue, PR, and discussion context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Coding agent: async implementation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Code review: PR-focused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VS Code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Curate project context with concise instructions and docs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Plan first for complex work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Implement from the plan in a focused session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Review changes against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GitHub.com web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Ask from the page that already has the relevant context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Keep threads focused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repository, issue, and PR context deliberately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Treat generated files as drafts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Copilot CLI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sessions like branches: one task, one focused context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Filter tool output before it enters the conversation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Delegate noisy discovery when available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Use context and usage visibility to teach the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Coding agent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Write issues like implementation briefs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Include acceptance criteria, validation commands, and files to avoid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Keep tasks small enough to review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Review generated PRs like teammate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Code review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Keep PRs small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Tune repo and path-specific review instructions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Watch automatic review policy and quota implications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Validate Copilot findings; review comments are not approvals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Context inventory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List every context source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Mark required, useful, stale, redundant, sensitive, or unknown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Decide what stays, moves, gets summarized, or gets removed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Instruction diet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Keep stable rules always-on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Move targeted rules to path-specific instructions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Move repeated workflows to prompts, skills, or agents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Link long docs instead of copying them into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Content exclusion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Model access policies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Code review settings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Budgets and alerts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Telemetry and dashboard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Delivery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1 hour: mental model, surface view, demo, checklist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2 hours: practitioner lab and prompt/context refactor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4 hours: customer environment review and team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What improvement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Fewer irrelevant tokens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Faster answers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Fewer retries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Higher-signal reviews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Clearer ownership of policy and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4292F"/>
                </a:solidFill>
                <a:latin typeface="Aptos Display"/>
              </a:defRPr>
            </a:pPr>
            <a: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34440"/>
            <a:ext cx="1463040" cy="5486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Context is a design input, not a dumping ground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Token optimization and context engineering improve cost and quality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Surface controls differ; the habits transfer</a:t>
            </a:r>
          </a:p>
          <a:p>
            <a:pPr>
              <a:spcAft>
                <a:spcPts val="1000"/>
              </a:spcAft>
              <a:defRPr sz="2300">
                <a:solidFill>
                  <a:srgbClr val="57606A"/>
                </a:solidFill>
                <a:latin typeface="Aptos"/>
              </a:defRPr>
            </a:pPr>
            <a:r>
              <a:t>Pick three changes this week and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355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7606A"/>
                </a:solidFill>
                <a:latin typeface="Aptos"/>
              </a:defRPr>
            </a:pPr>
            <a:r>
              <a:t>Token Optimization + Context Engineering | 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